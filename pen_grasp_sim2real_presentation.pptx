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펜 잡기 Sim2Real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로봇프로젝트 중간발표 | 2025.12.29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1. 프로젝트 개요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2. 시스템 아키텍처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3. Phase 1: 로봇 시스템 구축 (12/9~12/12)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4. Phase 2: 시뮬레이션 환경 구축 (12/12~12/17)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5. Phase 3: 강화학습 환경 발전 (12/17~12/24)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6. Phase 4: Sim2Real 파이프라인 (12/22~12/27)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7. 주요 기술적 도전과 해결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8. 현재 결과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1.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목표: 로봇이 책상 위의 펜을 인식하고 잡아서 글쓰기 자세로 만들기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핵심 기술: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강화학습 (RL): Isaac Lab 기반 시뮬레이션 학습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Sim2Real Transfer: 시뮬레이션 → 실제 로봇 정책 전이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비전 시스템: YOLO + RealSense 기반 펜 감지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하드웨어: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로봇팔: Doosan E0509 (6축)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그리퍼: Robotis RH-P12-RN-A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카메라: Intel RealSense D455F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 시스템 아키텍처 (3개 레포 구조)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solidFill>
                  <a:srgbClr val="404040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펜 잡기 Sim2Real 프로젝트                        │</a:t>
            </a:r>
            <a:br/>
            <a:r>
              <a:t>├─────────────────────┬─────────────────────┬─────────────────────────┤</a:t>
            </a:r>
            <a:br/>
            <a:r>
              <a:t>│  e0509_gripper_     │    CoWriteBotRL     │        sim2real         │</a:t>
            </a:r>
            <a:br/>
            <a:r>
              <a:t>│    description      │                     │                         │</a:t>
            </a:r>
            <a:br/>
            <a:r>
              <a:t>├─────────────────────┼─────────────────────┼─────────────────────────┤</a:t>
            </a:r>
            <a:br/>
            <a:r>
              <a:t>│ • ROS2 로봇 패키지   │ • Isaac Lab RL 환경  │ • YOLO 펜 감지           │</a:t>
            </a:r>
            <a:br/>
            <a:r>
              <a:t>│ • URDF/XACRO        │ • 강화학습 환경       │ • Hand-Eye Calibration  │</a:t>
            </a:r>
            <a:br/>
            <a:r>
              <a:t>│ • 그리퍼 제어        │ • 학습 스크립트       │ • Jacobian IK           │</a:t>
            </a:r>
            <a:br/>
            <a:r>
              <a:t>│ • Digital Twin      │ • V1~V7 환경 진화    │ • 정책 실행 파이프라인    │</a:t>
            </a:r>
            <a:br/>
            <a:r>
              <a:t>├─────────────────────┼─────────────────────┼─────────────────────────┤</a:t>
            </a:r>
            <a:br/>
            <a:r>
              <a:t>│    ROS2 Humble      │   Isaac Sim 4.5     │    ROS2 + PyTorch       │</a:t>
            </a:r>
            <a:br/>
            <a:r>
              <a:t>└─────────────────────┴─────────────────────┴─────────────────────────┘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 Phase 1: 로봇 시스템 구축 (12/9~12/12)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날짜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작업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초기 통합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E0509 + RH-P12-RN-A 그리퍼 URDF 결합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Gazebo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Ignition Gazebo 6 시뮬레이션 추가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Docker 설치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Doosan Virtual Mode 에뮬레이터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실제 그리퍼 제어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Tool Flange Serial + Modbus RTU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1: 기술적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ros2_control 기반 조인트 제어: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Doosan 로봇 SDK와 ROS2 통합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Virtual Mode와 Real Mode 지원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그리퍼 통신 구현: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Tool Flange Serial 포트 활용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Modbus RTU 프로토콜 직접 구현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Baudrate: 57600, 8N1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Stroke 제어: 0(열림) ~ 700(닫힘)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ROS2 서비스 인터페이스: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/gripper/open, /gripper/close 서비스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/gripper/position_cmd 토픽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 Phase 2: 시뮬레이션 환경 구축 (12/12~12/17)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날짜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작업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Isaac Lab 환경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pen_grasp_rl 패키지 생성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Digital Twin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실제 로봇 → Isaac Sim 동기화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Direct 환경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단계별 상태 머신 구현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보상 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거리/정렬/진행 보상 구조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2: Direct 환경 상태 머신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solidFill>
                  <a:srgbClr val="404040"/>
                </a:solidFill>
                <a:latin typeface="Consolas"/>
              </a:defRPr>
            </a:pPr>
            <a:r>
              <a:t>초기 버전 (V1):</a:t>
            </a:r>
            <a:br/>
            <a:br/>
            <a:r>
              <a:t>    ┌──────────┐      ┌──────────┐      ┌──────────┐      ┌──────────┐</a:t>
            </a:r>
            <a:br/>
            <a:r>
              <a:t>    │ APPROACH │  →   │  ALIGN   │  →   │  GRASP   │  →   │ SUCCESS! │</a:t>
            </a:r>
            <a:br/>
            <a:r>
              <a:t>    │  (접근)   │      │  (정렬)   │      │  (잡기)   │      │          │</a:t>
            </a:r>
            <a:br/>
            <a:r>
              <a:t>    └──────────┘      └──────────┘      └──────────┘      └──────────┘</a:t>
            </a:r>
            <a:br/>
            <a:r>
              <a:t>         │                 │                 │</a:t>
            </a:r>
            <a:br/>
            <a:r>
              <a:t>         ▼                 ▼                 ▼</a:t>
            </a:r>
            <a:br/>
            <a:r>
              <a:t>    거리 &lt; 10cm       dot &lt; -0.8      거리 &lt; 2cm &amp;</a:t>
            </a:r>
            <a:br/>
            <a:r>
              <a:t>                                      dot &lt; -0.9</a:t>
            </a:r>
            <a:br/>
            <a:br/>
            <a:br/>
            <a:r>
              <a:t>USD 모델:</a:t>
            </a:r>
            <a:br/>
            <a:r>
              <a:t>  • e0509_gripper_isaac.usd (로봇)</a:t>
            </a:r>
            <a:br/>
            <a:r>
              <a:t>  • pen.usd (펜 모델)</a:t>
            </a:r>
            <a:br/>
            <a:br/>
            <a:r>
              <a:t>학습 설정:</a:t>
            </a:r>
            <a:br/>
            <a:r>
              <a:t>  • PPO (RSL-RL)</a:t>
            </a:r>
            <a:br/>
            <a:r>
              <a:t>  • 4096 병렬 환경</a:t>
            </a:r>
            <a:br/>
            <a:r>
              <a:t>  • Actor/Critic: [256, 256, 128]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5. Phase 3: 강화학습 환경 발전 (12/17~12/24)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핵심 전환: Joint Space → Task Space 제어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문제점 발견: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Joint Space 제어의 한계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관절 공간에서 학습 → Sim2Real 전이 어려움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로봇 기구학적 특성에 과적합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해결책: IK 환경 도입 (12/18)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Task Space (3DoF 위치) 제어로 전환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RL이 TCP 위치 변화량(delta)을 출력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Inverse Kinematics로 관절 각도 계산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로봇에 독립적인 정책 학습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3: IK 환경 버전 진화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버전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날짜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핵심 변경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IK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Task Space Control 도입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IK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ALIGN 단계 추가, 펜 캡 위치 기준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IK 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펜 축 기준 접근, 충돌 감지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IK 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Hybrid RL + TCP, 펜 각도 랜덤화 (±30°)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IK 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TCP 버그 수정, Curriculum Learning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IK V6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3DoF 위치 제어 + 자동 자세 정렬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IK V7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12/24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APPROACH Only - Sim2Real Ready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IK V7: Sim2Real 최적화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solidFill>
                  <a:srgbClr val="404040"/>
                </a:solidFill>
                <a:latin typeface="Consolas"/>
              </a:defRPr>
            </a:pPr>
            <a:r>
              <a:t>핵심 철학: "Simple is Best"</a:t>
            </a:r>
            <a:br/>
            <a:br/>
            <a:r>
              <a:t>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기존 (V1~V6):                                                       │</a:t>
            </a:r>
            <a:br/>
            <a:r>
              <a:t>│  APPROACH → ALIGN → DESCEND → GRASP → LIFT → SUCCESS                │</a:t>
            </a:r>
            <a:br/>
            <a:r>
              <a:t>│                              ↓ 간소화                                │</a:t>
            </a:r>
            <a:br/>
            <a:r>
              <a:t>│  V7:                                                                 │</a:t>
            </a:r>
            <a:br/>
            <a:r>
              <a:t>│  APPROACH (접근만) → 그리퍼 닫기 (조건부, 하드코딩)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왜 간소화?</a:t>
            </a:r>
            <a:br/>
            <a:r>
              <a:t>  1. Sim2Real Gap 최소화: 복잡한 상태 머신 → 전이 어려움</a:t>
            </a:r>
            <a:br/>
            <a:r>
              <a:t>  2. 그리퍼 동작 분리: RL은 접근만, 그리퍼는 거리 조건부 닫기</a:t>
            </a:r>
            <a:br/>
            <a:r>
              <a:t>  3. 학습 안정성: 단순한 목표 → 빠른 수렴</a:t>
            </a:r>
            <a:br/>
            <a:br/>
            <a:r>
              <a:t>관찰 공간 (15차원):</a:t>
            </a:r>
            <a:br/>
            <a:r>
              <a:t>  • TCP 위치 (3D) + 펜 캡 위치 (3D) + 상대 위치 (3D)</a:t>
            </a:r>
            <a:br/>
            <a:r>
              <a:t>  • 그리퍼 Z축 (3D) + 펜 Z축 (3D)</a:t>
            </a:r>
            <a:br/>
            <a:br/>
            <a:r>
              <a:t>액션 공간 (3차원):</a:t>
            </a:r>
            <a:br/>
            <a:r>
              <a:t>  • TCP delta position (x, y, z)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 Phase 4: Sim2Real 파이프라인 (12/22~12/27)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solidFill>
                  <a:srgbClr val="404040"/>
                </a:solidFill>
                <a:latin typeface="Consolas"/>
              </a:defRPr>
            </a:pPr>
            <a:r>
              <a:t>┌──────────────┐    ┌──────────────┐    ┌──────────────┐</a:t>
            </a:r>
            <a:br/>
            <a:r>
              <a:t>│   RealSense  │ →  │  YOLO 펜감지  │ →  │   좌표 변환   │</a:t>
            </a:r>
            <a:br/>
            <a:r>
              <a:t>│    D455F     │    │ Segmentation │    │  Cam→Robot   │</a:t>
            </a:r>
            <a:br/>
            <a:r>
              <a:t>└──────────────┘    └──────────────┘    └──────────────┘</a:t>
            </a:r>
            <a:br/>
            <a:r>
              <a:t>                                               │</a:t>
            </a:r>
            <a:br/>
            <a:r>
              <a:t>                                               ▼</a:t>
            </a:r>
            <a:br/>
            <a:r>
              <a:t>┌──────────────┐    ┌──────────────┐    ┌──────────────┐</a:t>
            </a:r>
            <a:br/>
            <a:r>
              <a:t>│  그리퍼 닫기  │ ←  │ Jacobian IK  │ ←  │   RL 정책    │</a:t>
            </a:r>
            <a:br/>
            <a:r>
              <a:t>│              │    │  (DLS 방식)   │    │  (PyTorch)   │</a:t>
            </a:r>
            <a:br/>
            <a:r>
              <a:t>└──────────────┘    └──────────────┘    └──────────────┘</a:t>
            </a:r>
            <a:br/>
            <a:br/>
            <a:br/>
            <a:r>
              <a:t>핵심 컴포넌트:</a:t>
            </a:r>
            <a:br/>
            <a:r>
              <a:t>  1. YOLO 펜 감지: YOLOv8 Segmentation → 펜 캡/팁 위치 추출</a:t>
            </a:r>
            <a:br/>
            <a:r>
              <a:t>  2. Hand-Eye Calibration: Eye-to-Hand, ArUco 마커 기반</a:t>
            </a:r>
            <a:br/>
            <a:r>
              <a:t>  3. Jacobian IK: Damped Least Squares (DLS) 방식</a:t>
            </a:r>
            <a:b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7. 주요 기술적 도전과 해결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도전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문제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해결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그리퍼 통신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Doosan SDK에 그리퍼 제어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Tool Flange Serial + Modbus RTU 직접 구현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Digital Twin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ROS2 (Py3.10) ↔ Isaac (Py3.11)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파일 기반 통신 (JSON)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Sim2Real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복잡한 상태 머신 전이 실패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V7: APPROACH Only 간소화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Joint 과적합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관절 공간 학습의 한계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Task Space (IK) 제어 전환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8. 현재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학습 결과 (V7, 100k iterations):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병렬 환경 수: 4096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학습 시간: ~6시간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Mean Reward: 수렴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성공률 (시뮬레이션): ~90%+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Sim2Real 테스트 현황: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YOLO 펜 감지: 성공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Hand-Eye Calibration: 성공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좌표 변환: 성공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로봇 접근 동작: 진행 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단기 (1~2주):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Sim2Real 테스트 완료: 실제 로봇에서 펜 잡기 성공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그리퍼 타이밍 최적화: 접근 거리 기반 그리퍼 닫기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중기 (1달):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다양한 펜 위치/각도: Domain Randomization 강화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글쓰기 동작 추가: 펜 잡기 → 글쓰기 자세 전환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장기: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End-to-End 비전 정책: 카메라 이미지 → 동작 직접 학습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실제 글쓰기 작업: 획 단위 제어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타임라인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solidFill>
                  <a:srgbClr val="404040"/>
                </a:solidFill>
                <a:latin typeface="Consolas"/>
              </a:defRPr>
            </a:pPr>
            <a:r>
              <a:t>12/9 ─────────── 12/12 ─────────── 12/17 ─────────── 12/24 ─────────── 12/27</a:t>
            </a:r>
            <a:br/>
            <a:r>
              <a:t>  │                │                 │                 │                 │</a:t>
            </a:r>
            <a:br/>
            <a:r>
              <a:t>  ▼                ▼                 ▼                 ▼                 ▼</a:t>
            </a:r>
            <a:br/>
            <a:r>
              <a:t>로봇 시스템       그리퍼 제어        Isaac Lab        IK V7           Sim2Real</a:t>
            </a:r>
            <a:br/>
            <a:r>
              <a:t>  구축              완성            환경 구축          완성           파이프라인</a:t>
            </a:r>
            <a:br/>
            <a:br/>
            <a:br/>
            <a:r>
              <a:t>핵심 성과:</a:t>
            </a:r>
            <a:br/>
            <a:br/>
            <a:r>
              <a:t>  1. 3개 레포 아키텍처</a:t>
            </a:r>
            <a:br/>
            <a:r>
              <a:t>     → 역할별 분리로 효율적 개발</a:t>
            </a:r>
            <a:br/>
            <a:br/>
            <a:r>
              <a:t>  2. IK 기반 제어</a:t>
            </a:r>
            <a:br/>
            <a:r>
              <a:t>     → Sim2Real 전이 최적화</a:t>
            </a:r>
            <a:br/>
            <a:br/>
            <a:r>
              <a:t>  3. V7 환경</a:t>
            </a:r>
            <a:br/>
            <a:r>
              <a:t>     → 단순화된 접근 전략으로 안정적 학습</a:t>
            </a:r>
            <a:br/>
            <a:br/>
            <a:r>
              <a:t>  4. 완전한 파이프라인</a:t>
            </a:r>
            <a:br/>
            <a:r>
              <a:t>     → 감지 → 정책 → IK → 제어</a:t>
            </a:r>
            <a:b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